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4630400" cy="8229600"/>
  <p:notesSz cx="8229600" cy="14630400"/>
  <p:embeddedFontLst>
    <p:embeddedFont>
      <p:font typeface="Manrope" panose="020B0604020202020204" charset="0"/>
      <p:regular r:id="rId9"/>
    </p:embeddedFont>
    <p:embeddedFont>
      <p:font typeface="Prata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2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18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1366" y="222837"/>
            <a:ext cx="13675246" cy="469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 Sales Data Analysis and Reporting for a Retail Chain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1967114" y="3573076"/>
            <a:ext cx="11869498" cy="1813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                   Data Analytics Project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376518" y="5478715"/>
            <a:ext cx="11095745" cy="109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Lead:</a:t>
            </a:r>
            <a:r>
              <a:rPr lang="en-US" sz="3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Sushmitha Gowda 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76518" y="5948895"/>
            <a:ext cx="13460094" cy="161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Technologies:</a:t>
            </a:r>
            <a:r>
              <a:rPr lang="en-US" sz="2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SQL, Python (Pandas, Matplotlib, Seaborn), Excel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80437" y="821888"/>
            <a:ext cx="80703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   Project Overview 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37561" y="1906450"/>
            <a:ext cx="13237256" cy="226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comprehensive analysis examines retail transaction data to uncover sales trends, identify patterns, and generate actionable insights. By integrating multiple data sources and applying rigorous analytical methods, we've created a foundation for data-driven decision-making across inventory management and marketing strategy</a:t>
            </a: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561" y="3986981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7436" y="3986981"/>
            <a:ext cx="8185106" cy="557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Integration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667436" y="4497223"/>
            <a:ext cx="12169175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Merged transaction details with customer response data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561" y="5185309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84587" y="5225145"/>
            <a:ext cx="34211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Comprehensive Cleaning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696076" y="564501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Removed duplicates, nulls, and standardized date formats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561" y="6492259"/>
            <a:ext cx="340162" cy="3401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67436" y="64851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Advanced Analysis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661535" y="691362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Generated reports and visualizations for actionable insights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287" y="458272"/>
            <a:ext cx="5789057" cy="520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Cleaning &amp; Preparation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3287" y="1312426"/>
            <a:ext cx="134638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foundation of reliable analysis is rigorous data preparation. Our cleaning process transformed raw transaction data into a unified, validated dataset ready for analysis.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83287" y="1933099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Cleaning Operations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3287" y="2360057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Eliminated duplicate transaction records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3287" y="2684978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Removed rows with missing critical values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3287" y="3009900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Standardized date formats (trans_date)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3287" y="3334822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Extracted temporal features (Month, Year)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3287" y="3659743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Merged datasets via customer_id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3287" y="3984665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Validated data integrity post-merge</a:t>
            </a:r>
            <a:endParaRPr lang="en-US" sz="1300" dirty="0"/>
          </a:p>
        </p:txBody>
      </p:sp>
      <p:pic>
        <p:nvPicPr>
          <p:cNvPr id="13" name="Picture 12" descr="A screen shot of a computer">
            <a:extLst>
              <a:ext uri="{FF2B5EF4-FFF2-40B4-BE49-F238E27FC236}">
                <a16:creationId xmlns:a16="http://schemas.microsoft.com/office/drawing/2014/main" id="{84C502CC-C2EA-7664-8925-C818BC4A5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309" y="1757033"/>
            <a:ext cx="9505150" cy="55889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62370"/>
            <a:ext cx="73962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Tabular Reports &amp;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911310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 tables provide the quantitative foundation for understanding sales performance. We created structured reports organized by temporal dimensions and product categories, all consolidated in a unified Excel dashboard.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1272861" y="736223"/>
            <a:ext cx="3664744" cy="1669852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</p:sp>
      <p:sp>
        <p:nvSpPr>
          <p:cNvPr id="6" name="Text 3"/>
          <p:cNvSpPr/>
          <p:nvPr/>
        </p:nvSpPr>
        <p:spPr>
          <a:xfrm>
            <a:off x="1911952" y="1039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Sales by Month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50067" y="1466255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revenue aggregation revealing seasonal patterns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672155" y="3460724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8501783" y="35650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Sales by Year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043540" y="4050441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Year-over-year comparison tracking long-term growth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507004" y="57415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280190" y="7076837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16" name="Picture 15" descr="A screenshot of a black background with numbers&#10;&#10;AI-generated content may be incorrect.">
            <a:extLst>
              <a:ext uri="{FF2B5EF4-FFF2-40B4-BE49-F238E27FC236}">
                <a16:creationId xmlns:a16="http://schemas.microsoft.com/office/drawing/2014/main" id="{ACC60FBE-BCF2-5C20-EE17-FCDAE9718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86" y="2709446"/>
            <a:ext cx="5240512" cy="5520154"/>
          </a:xfrm>
          <a:prstGeom prst="rect">
            <a:avLst/>
          </a:prstGeom>
        </p:spPr>
      </p:pic>
      <p:pic>
        <p:nvPicPr>
          <p:cNvPr id="18" name="Picture 1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9F1B648-2738-4F59-FAB1-E4D7A9B69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3" y="5187262"/>
            <a:ext cx="7454885" cy="24429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6439"/>
            <a:ext cx="71501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Visual Analytics &amp;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9884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visualization transforms raw numbers into compelling narratives. Our charts reveal critical patterns that guide strategic decision-making across the retail organization.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976818"/>
            <a:ext cx="28711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Monthly Distribution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46723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Identifies seasonal peaks and revenue fluctuations throughout the year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235893" y="59768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Yearly Trends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646723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Demonstrates year-over-year growth patterns and trajectory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677995" y="5976818"/>
            <a:ext cx="30508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Response Distribution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646723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Shows customer engagement levels and satisfaction metrics</a:t>
            </a:r>
            <a:endParaRPr lang="en-US" sz="1750" dirty="0"/>
          </a:p>
        </p:txBody>
      </p:sp>
      <p:pic>
        <p:nvPicPr>
          <p:cNvPr id="14" name="Picture 13" descr="A pie chart with numbers and a triangle&#10;&#10;AI-generated content may be incorrect.">
            <a:extLst>
              <a:ext uri="{FF2B5EF4-FFF2-40B4-BE49-F238E27FC236}">
                <a16:creationId xmlns:a16="http://schemas.microsoft.com/office/drawing/2014/main" id="{694028F0-1F9E-8CBB-ABF4-24A0A23CA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879" y="3179802"/>
            <a:ext cx="3682762" cy="2570202"/>
          </a:xfrm>
          <a:prstGeom prst="rect">
            <a:avLst/>
          </a:prstGeom>
        </p:spPr>
      </p:pic>
      <p:pic>
        <p:nvPicPr>
          <p:cNvPr id="16" name="Picture 15" descr="A graph of sales comparison&#10;&#10;AI-generated content may be incorrect.">
            <a:extLst>
              <a:ext uri="{FF2B5EF4-FFF2-40B4-BE49-F238E27FC236}">
                <a16:creationId xmlns:a16="http://schemas.microsoft.com/office/drawing/2014/main" id="{D2C81D76-DCC9-7457-B9DE-E0DE7FBD1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24" y="3179802"/>
            <a:ext cx="4095590" cy="2570202"/>
          </a:xfrm>
          <a:prstGeom prst="rect">
            <a:avLst/>
          </a:prstGeom>
        </p:spPr>
      </p:pic>
      <p:pic>
        <p:nvPicPr>
          <p:cNvPr id="18" name="Picture 17" descr="A graph with green lines&#10;&#10;AI-generated content may be incorrect.">
            <a:extLst>
              <a:ext uri="{FF2B5EF4-FFF2-40B4-BE49-F238E27FC236}">
                <a16:creationId xmlns:a16="http://schemas.microsoft.com/office/drawing/2014/main" id="{7293E002-BE37-6626-62AD-0A96807D6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46" y="3179801"/>
            <a:ext cx="4051860" cy="25702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03919" y="615348"/>
            <a:ext cx="8577490" cy="944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   Project Conclusion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846657" y="2895720"/>
            <a:ext cx="226814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1349353" y="2776935"/>
            <a:ext cx="3664744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6" name="Text 3"/>
          <p:cNvSpPr/>
          <p:nvPr/>
        </p:nvSpPr>
        <p:spPr>
          <a:xfrm>
            <a:off x="868296" y="2411373"/>
            <a:ext cx="9076638" cy="411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01. End-to-End Implementation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18617" y="2813483"/>
            <a:ext cx="135115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Successfully executed complete analytical pipeline from raw data to actionable insights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171748" y="193881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 flipV="1">
            <a:off x="1318617" y="4304301"/>
            <a:ext cx="3140035" cy="477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0" name="Text 7"/>
          <p:cNvSpPr/>
          <p:nvPr/>
        </p:nvSpPr>
        <p:spPr>
          <a:xfrm>
            <a:off x="868296" y="3949971"/>
            <a:ext cx="31400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02. Technology Integration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419633" y="4443160"/>
            <a:ext cx="1060588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Leveraged SQL, Python, and Excel to create a robust, reproducible analysis framework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367057" y="5770061"/>
            <a:ext cx="10714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2944362" y="6465863"/>
            <a:ext cx="7556421" cy="48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40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</a:t>
            </a:r>
            <a:r>
              <a:rPr lang="en-US" sz="4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🙏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332</Words>
  <Application>Microsoft Office PowerPoint</Application>
  <PresentationFormat>Custom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Manrope</vt:lpstr>
      <vt:lpstr>Prata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Sushmithagowda S</cp:lastModifiedBy>
  <cp:revision>2</cp:revision>
  <dcterms:created xsi:type="dcterms:W3CDTF">2025-11-02T20:45:03Z</dcterms:created>
  <dcterms:modified xsi:type="dcterms:W3CDTF">2025-11-02T21:18:23Z</dcterms:modified>
</cp:coreProperties>
</file>